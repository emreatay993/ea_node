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Rotor LLP Airworthiness FEA Review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Project review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11369039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/>
            </a:pPr>
            <a:r>
              <a:t>Workspaces: 3</a:t>
            </a:r>
          </a:p>
          <a:p>
            <a:pPr algn="l">
              <a:defRPr sz="1300"/>
            </a:pPr>
            <a:r>
              <a:t>Generated from the open COREX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- Certification Review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Workspace canvas snapshot</a:t>
            </a:r>
          </a:p>
        </p:txBody>
      </p:sp>
      <p:pic>
        <p:nvPicPr>
          <p:cNvPr id="4" name="Project Review - Certification Review Map - Certification Review Map" descr="corex-showcase-canvas-ws-certification-review-map-view_7185506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DPF Evidence Canvases - DPF Evidence Canvases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Workspace canvas snapshot</a:t>
            </a:r>
          </a:p>
        </p:txBody>
      </p:sp>
      <p:pic>
        <p:nvPicPr>
          <p:cNvPr id="4" name="Project Review - DPF Evidence Canvases - DPF Evidence Canvases" descr="corex-showcase-canvas-ws-dpf-evidence-canvases-view_56b295ad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- Evidence Binder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Workspace canvas snapshot</a:t>
            </a:r>
          </a:p>
        </p:txBody>
      </p:sp>
      <p:pic>
        <p:nvPicPr>
          <p:cNvPr id="4" name="Project Review - Evidence Binder - Evidence Binder" descr="corex-showcase-canvas-ws-evidence-binder-view_c40241c9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/ EASA CM-PIFS-013 / 03-easa-cm-pifs-013.png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Certification Review Map - EASA CM-PIFS-013 - 03-easa-cm-pifs-013.png" descr="03-easa-cm-pifs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657" y="1143000"/>
            <a:ext cx="600868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/ EASA CS-E Easy Access Rules / 01-easa-cs-e-easy-access-rules.png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Certification Review Map - EASA CS-E Easy Access Rules - 01-easa-cs-e-easy-acces" descr="01-easa-cs-e-easy-access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940" y="1143000"/>
            <a:ext cx="4170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/ EASA CM-PIFS-007 / 02-easa-cm-pifs-007.png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Certification Review Map - EASA CM-PIFS-007 - 02-easa-cm-pifs-007.png" descr="02-easa-cm-pifs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089" y="1143000"/>
            <a:ext cx="374782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/ eCFR 14 CFR 33.70 / 04-ecfr-14-cfr-3370.png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Certification Review Map - eCFR 14 CFR 33.70 - 04-ecfr-14-cfr-3370.png" descr="04-ecfr-14-cfr-3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184" y="11430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PyDPF-Core User Guide / 07-pydpf-core-user-guide.png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PyDPF-Core User Guide - 07-pydpf-core-user-guide.png" descr="07-pydpf-core-user-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Ansys DPF Developer Docs / 08-ansys-dpf-developer-docs.png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Ansys DPF Developer Docs - 08-ansys-dpf-developer-docs.png" descr="08-ansys-dpf-developer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EASA CM-PIFS-007 PDF - page 3 / cm-pifs-007-page-pdf-1.pdf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PDF evidence</a:t>
            </a:r>
          </a:p>
        </p:txBody>
      </p:sp>
      <p:pic>
        <p:nvPicPr>
          <p:cNvPr id="4" name="Project Review - Evidence Binder - EASA CM-PIFS-007 PDF - page 3 - cm-pifs-007-page-pdf-1.pdf" descr="02-easa-cm-pifs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861" y="1143000"/>
            <a:ext cx="3586277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PDF page 3 of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PyAnsys Rotor 67 Total Deformation / displacement-envelope.png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PyAnsys Rotor 67 Total Deformation - displacement-envelope.png" descr="displacement-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PyAnsys Rotor 67 Thermal Strain / stress-hotspot-map.png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PyAnsys Rotor 67 Thermal Strain - stress-hotspot-map.png" descr="stress-hotspo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FAA AC 33.70-4 / 06-faa-ac-3370-4.png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FAA AC 33.70-4 - 06-faa-ac-3370-4.png" descr="06-faa-ac-3370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21" y="1143000"/>
            <a:ext cx="674335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FAA AC 33.70-1 PDF - page 2 / ac-33-70-1-life-limited-parts-chg-1.pdf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PDF evidence</a:t>
            </a:r>
          </a:p>
        </p:txBody>
      </p:sp>
      <p:pic>
        <p:nvPicPr>
          <p:cNvPr id="4" name="Project Review - Evidence Binder - FAA AC 33.70-1 PDF - page 2 - ac-33-70-1-life-limited-parts-ch" descr="Evidence Binder - FAA AC 33.70-1 PDF - page 2 - ac-33-70-1-life-limited-parts-chg-1.pdf-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812" y="1143000"/>
            <a:ext cx="3920376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PDF page 2 of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Local Guide: FEA Evidence to CS-E Traceability / local-fea-traceability-guide-preview.png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Local Guide- FEA Evidence to CS-E Traceability - local-fea-tra" descr="local-fea-traceability-guide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Margin Summary Chart / margin-summary-chart.png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Margin Summary Chart - margin-summary-chart.png" descr="margin-summary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95" y="1143000"/>
            <a:ext cx="873520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FAA AC 33.70-1 / 05-faa-ac-3370-1.png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FAA AC 33.70-1 - 05-faa-ac-3370-1.png" descr="05-faa-ac-337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988" y="1143000"/>
            <a:ext cx="760602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Project Files To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Missing, temporary, or unsupported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11369039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/>
            </a:pPr>
            <a:r>
              <a:t>DPF Evidence Canvases / DPF Stress Evidence - BOLT_NODES / file.rst: external file paths are listed but not embedded in Project Review Deck v1.</a:t>
            </a:r>
          </a:p>
          <a:p>
            <a:pPr algn="l">
              <a:defRPr sz="1300"/>
            </a:pPr>
            <a:r>
              <a:t>DPF Evidence Canvases / DPF Displacement Evidence - BOLT_NODES / file.rst: external file paths are listed but not embedded in Project Review Deck v1.</a:t>
            </a:r>
          </a:p>
          <a:p>
            <a:pPr algn="l">
              <a:defRPr sz="1300"/>
            </a:pPr>
            <a:r>
              <a:t>Evidence Binder / Unsupported CSV Evidence Register / evidence-register.csv: unsupported evidence file type '.csv'.</a:t>
            </a:r>
          </a:p>
          <a:p>
            <a:pPr algn="l">
              <a:defRPr sz="1300"/>
            </a:pPr>
            <a:r>
              <a:t>Evidence Binder / Unsupported Markdown Review Notes / review-notes.md: unsupported evidence file type '.md'.</a:t>
            </a:r>
          </a:p>
          <a:p>
            <a:pPr algn="l">
              <a:defRPr sz="1300"/>
            </a:pPr>
            <a:r>
              <a:t>Evidence Binder / Local Guide: FEA Evidence to CS-E Traceability / fea-evidence-to-cs-e-traceability.html: unsupported evidence file type '.html'.</a:t>
            </a:r>
          </a:p>
          <a:p>
            <a:pPr algn="l">
              <a:defRPr sz="1300"/>
            </a:pPr>
            <a:r>
              <a:t>Evidence Binder / External Rig Evidence Placeholder / rotor_rig_strain.raw: external file paths are listed but not embedded in Project Review Deck v1.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COREX Airworthiness Review Template</dc:title>
  <dc:subject>Minimal template used to exercise inherited PowerPoint template loading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